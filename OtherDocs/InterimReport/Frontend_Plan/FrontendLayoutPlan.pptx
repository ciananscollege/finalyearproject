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56"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D4DBDC"/>
    <a:srgbClr val="5498B8"/>
    <a:srgbClr val="3A658F"/>
    <a:srgbClr val="589BB9"/>
    <a:srgbClr val="2429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87"/>
    <p:restoredTop sz="94721"/>
  </p:normalViewPr>
  <p:slideViewPr>
    <p:cSldViewPr snapToGrid="0">
      <p:cViewPr>
        <p:scale>
          <a:sx n="134" d="100"/>
          <a:sy n="134" d="100"/>
        </p:scale>
        <p:origin x="504" y="9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18B4-0638-BD41-5799-383201FA61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A5DA672-5510-B8F1-7DB2-A0CC185009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A5D01EE-CDB4-4D9B-9C65-8BE98895A9A1}"/>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0E408F10-1445-FAC9-97E2-419FFD04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929EFE-15A9-E4B5-DF5E-5A8C47FC31EF}"/>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3328741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0766F-F7F3-04C2-F43F-50186C60A90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7BA3C08-D386-DEB4-EDF4-B46EE8251D0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2E1135-A711-073A-2D64-4F1A0FC88294}"/>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27C76A34-1295-B11A-E045-4218477F44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3A4009-84FA-D375-6E6B-12EBF027D71C}"/>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2215362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CE73C-1862-6D20-4313-09356D54E5B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0A7255-F81B-E57D-282D-0276ABE95F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A28C248-57D6-A2C4-3A84-469DB8275DD3}"/>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FBD16C5C-1AA4-7912-873B-49B33F7FC9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B8FCCC-A2A9-1345-F5AE-A18152B0CDAA}"/>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2927293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EA890-6872-1463-6E0C-240185A67B6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0B4E44D-D23D-6CC4-28F9-9E26C9FB89A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09BDB71-D19A-8755-5D7A-4AD1CE7B892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4B974A8-4AF4-5CEF-9D69-F83A00F8AF82}"/>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6" name="Footer Placeholder 5">
            <a:extLst>
              <a:ext uri="{FF2B5EF4-FFF2-40B4-BE49-F238E27FC236}">
                <a16:creationId xmlns:a16="http://schemas.microsoft.com/office/drawing/2014/main" id="{16DC3E56-4520-32A5-9821-8396CE27BB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F09436-8C72-36DA-A838-0DA55FFEB9B8}"/>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3897449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55DD2-D6FB-8E6F-D5A6-6575D2C70B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CAC9AEF-304D-4E28-4D7B-854EC6A115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F51F2FC-21F2-D77C-F603-95845EC4588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0D677EA-C0BC-2D21-38E7-86C3F07B2A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E1CCA6-AC89-59E0-BBB4-BF21110377B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18D6960-DF1B-5089-105B-460C90820ABD}"/>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8" name="Footer Placeholder 7">
            <a:extLst>
              <a:ext uri="{FF2B5EF4-FFF2-40B4-BE49-F238E27FC236}">
                <a16:creationId xmlns:a16="http://schemas.microsoft.com/office/drawing/2014/main" id="{7529702F-A0DE-4FB3-9688-054FC54806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32C4FE-8C76-E543-FDCE-9AB92E08CB4E}"/>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2597968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8BD00-B735-40C7-119C-7C9ADC40148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FC7409E-FF1C-9C9D-7A8C-7DF5D547FC86}"/>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4" name="Footer Placeholder 3">
            <a:extLst>
              <a:ext uri="{FF2B5EF4-FFF2-40B4-BE49-F238E27FC236}">
                <a16:creationId xmlns:a16="http://schemas.microsoft.com/office/drawing/2014/main" id="{B7B4E03E-34E3-F4E0-7000-97AC47771E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41325A-CA34-0CDE-A862-FAF43EBBAB59}"/>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942464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E32313-288C-4AB0-17B9-A3AEA1BDBE29}"/>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3" name="Footer Placeholder 2">
            <a:extLst>
              <a:ext uri="{FF2B5EF4-FFF2-40B4-BE49-F238E27FC236}">
                <a16:creationId xmlns:a16="http://schemas.microsoft.com/office/drawing/2014/main" id="{E99F75A6-6CEC-0C4A-B1BD-7D5D586516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418024-EE17-44CC-C69F-24844EA583EA}"/>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346483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BFCE-D2AD-B61F-9B33-62C2C9956C1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9A19239-E2F2-7E63-F2C2-FD11A13775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1E2DBA-B044-1FC3-2406-FE12A9BBD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D74FB7-97F0-DA08-7922-A520F5B71F3E}"/>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6" name="Footer Placeholder 5">
            <a:extLst>
              <a:ext uri="{FF2B5EF4-FFF2-40B4-BE49-F238E27FC236}">
                <a16:creationId xmlns:a16="http://schemas.microsoft.com/office/drawing/2014/main" id="{1ACB8E9A-0AFA-D804-B895-EEBBE04E1E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01566A-0C5F-F7DD-990C-D196410ABEFF}"/>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4023819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36BB7-4994-528B-FA7B-A5714A337A8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E4F17D3-A311-2F3A-6B10-29147F84FE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036B27-7D87-46A2-161E-7E2E691073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D97BCE-FE5B-BA26-C72C-BF240E0D2245}"/>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6" name="Footer Placeholder 5">
            <a:extLst>
              <a:ext uri="{FF2B5EF4-FFF2-40B4-BE49-F238E27FC236}">
                <a16:creationId xmlns:a16="http://schemas.microsoft.com/office/drawing/2014/main" id="{69898479-C002-B7D8-347D-54855DCF5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6D7BA7-5393-4AD5-E139-D127E700AC58}"/>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2769439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BC2A-9DBE-30CA-364B-FB799D65A78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A7017C8-E0E6-6B0C-B637-82826AF4867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ED2749A-EA01-5581-7151-77FB3ECAB2F2}"/>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C925FB69-97A8-3418-F21E-F5CA44074A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37391-A34D-4EC9-85F4-0D0554682458}"/>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3171079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8D173B-48FD-8E33-8CAB-86A5B215AD5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335C9FE-0557-AEE6-46A0-CD0C4184378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C4CE422-0B9D-E5F8-EC49-7E995EDF5EBA}"/>
              </a:ext>
            </a:extLst>
          </p:cNvPr>
          <p:cNvSpPr>
            <a:spLocks noGrp="1"/>
          </p:cNvSpPr>
          <p:nvPr>
            <p:ph type="dt" sz="half" idx="10"/>
          </p:nvPr>
        </p:nvSpPr>
        <p:spPr/>
        <p:txBody>
          <a:body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83F43ACB-128E-94D8-3777-42DE03B3E1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FA73CA-B112-6B7D-1287-9945A77738DD}"/>
              </a:ext>
            </a:extLst>
          </p:cNvPr>
          <p:cNvSpPr>
            <a:spLocks noGrp="1"/>
          </p:cNvSpPr>
          <p:nvPr>
            <p:ph type="sldNum" sz="quarter" idx="12"/>
          </p:nvPr>
        </p:nvSpPr>
        <p:spPr/>
        <p:txBody>
          <a:bodyPr/>
          <a:lstStyle/>
          <a:p>
            <a:fld id="{6D1AAE93-EF2C-7E44-938F-169C76EA94B8}" type="slidenum">
              <a:rPr lang="en-US" smtClean="0"/>
              <a:t>‹#›</a:t>
            </a:fld>
            <a:endParaRPr lang="en-US"/>
          </a:p>
        </p:txBody>
      </p:sp>
    </p:spTree>
    <p:extLst>
      <p:ext uri="{BB962C8B-B14F-4D97-AF65-F5344CB8AC3E}">
        <p14:creationId xmlns:p14="http://schemas.microsoft.com/office/powerpoint/2010/main" val="2683752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010C03-61F2-D499-C3F4-D2377271F1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E0E979E-FCF5-FAC5-2090-7A6AAD1ED8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BA2C091-AB12-8B5C-E4FF-8737CEA696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BD6DC52-B486-FF4A-8FF0-1B42D2DB15D3}" type="datetimeFigureOut">
              <a:rPr lang="en-US" smtClean="0"/>
              <a:t>11/19/25</a:t>
            </a:fld>
            <a:endParaRPr lang="en-US"/>
          </a:p>
        </p:txBody>
      </p:sp>
      <p:sp>
        <p:nvSpPr>
          <p:cNvPr id="5" name="Footer Placeholder 4">
            <a:extLst>
              <a:ext uri="{FF2B5EF4-FFF2-40B4-BE49-F238E27FC236}">
                <a16:creationId xmlns:a16="http://schemas.microsoft.com/office/drawing/2014/main" id="{BAD64FE4-89B5-9ACB-624D-F9665AEE3C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3D60A6-C6E1-62B1-485D-89A6057539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AAE93-EF2C-7E44-938F-169C76EA94B8}" type="slidenum">
              <a:rPr lang="en-US" smtClean="0"/>
              <a:t>‹#›</a:t>
            </a:fld>
            <a:endParaRPr lang="en-US"/>
          </a:p>
        </p:txBody>
      </p:sp>
    </p:spTree>
    <p:extLst>
      <p:ext uri="{BB962C8B-B14F-4D97-AF65-F5344CB8AC3E}">
        <p14:creationId xmlns:p14="http://schemas.microsoft.com/office/powerpoint/2010/main" val="19661776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a:extLst>
            <a:ext uri="{FF2B5EF4-FFF2-40B4-BE49-F238E27FC236}">
              <a16:creationId xmlns:a16="http://schemas.microsoft.com/office/drawing/2014/main" id="{DB621460-40B5-8B8B-6A4D-EBFEC0343C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066BA42-9BFC-B21A-2CE1-CF4BA2952470}"/>
              </a:ext>
            </a:extLst>
          </p:cNvPr>
          <p:cNvSpPr>
            <a:spLocks noGrp="1" noRot="1" noMove="1" noResize="1" noEditPoints="1" noAdjustHandles="1" noChangeArrowheads="1" noChangeShapeType="1"/>
          </p:cNvSpPr>
          <p:nvPr/>
        </p:nvSpPr>
        <p:spPr>
          <a:xfrm>
            <a:off x="-84488" y="0"/>
            <a:ext cx="3884311" cy="6858000"/>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shot of a computer&#10;&#10;AI-generated content may be incorrect.">
            <a:extLst>
              <a:ext uri="{FF2B5EF4-FFF2-40B4-BE49-F238E27FC236}">
                <a16:creationId xmlns:a16="http://schemas.microsoft.com/office/drawing/2014/main" id="{235AC490-53B8-9474-E98D-28032EF68EDA}"/>
              </a:ext>
            </a:extLst>
          </p:cNvPr>
          <p:cNvPicPr>
            <a:picLocks noGrp="1" noRot="1" noChangeAspect="1" noMove="1" noResize="1" noEditPoints="1" noAdjustHandles="1" noChangeArrowheads="1" noChangeShapeType="1" noCrop="1"/>
          </p:cNvPicPr>
          <p:nvPr/>
        </p:nvPicPr>
        <p:blipFill>
          <a:blip r:embed="rId2"/>
          <a:stretch>
            <a:fillRect/>
          </a:stretch>
        </p:blipFill>
        <p:spPr>
          <a:xfrm>
            <a:off x="3880897" y="1326864"/>
            <a:ext cx="3884311" cy="4204271"/>
          </a:xfrm>
          <a:prstGeom prst="rect">
            <a:avLst/>
          </a:prstGeom>
        </p:spPr>
      </p:pic>
      <p:pic>
        <p:nvPicPr>
          <p:cNvPr id="10" name="Picture 9" descr="A map with blue pins&#10;&#10;AI-generated content may be incorrect.">
            <a:extLst>
              <a:ext uri="{FF2B5EF4-FFF2-40B4-BE49-F238E27FC236}">
                <a16:creationId xmlns:a16="http://schemas.microsoft.com/office/drawing/2014/main" id="{DAF2D8B2-EC3D-06E7-D1EA-9E0AAC7B1D7E}"/>
              </a:ext>
            </a:extLst>
          </p:cNvPr>
          <p:cNvPicPr>
            <a:picLocks noGrp="1" noRot="1" noChangeAspect="1" noMove="1" noResize="1" noEditPoints="1" noAdjustHandles="1" noChangeArrowheads="1" noChangeShapeType="1" noCrop="1"/>
          </p:cNvPicPr>
          <p:nvPr/>
        </p:nvPicPr>
        <p:blipFill>
          <a:blip r:embed="rId3"/>
          <a:stretch>
            <a:fillRect/>
          </a:stretch>
        </p:blipFill>
        <p:spPr>
          <a:xfrm>
            <a:off x="7846282" y="614218"/>
            <a:ext cx="4106884" cy="5629564"/>
          </a:xfrm>
          <a:prstGeom prst="rect">
            <a:avLst/>
          </a:prstGeom>
        </p:spPr>
      </p:pic>
      <p:sp>
        <p:nvSpPr>
          <p:cNvPr id="16" name="Rectangle 15">
            <a:extLst>
              <a:ext uri="{FF2B5EF4-FFF2-40B4-BE49-F238E27FC236}">
                <a16:creationId xmlns:a16="http://schemas.microsoft.com/office/drawing/2014/main" id="{3F03A98F-F390-37AC-4FE4-25D7B884B7CE}"/>
              </a:ext>
            </a:extLst>
          </p:cNvPr>
          <p:cNvSpPr>
            <a:spLocks noGrp="1" noRot="1" noMove="1" noResize="1" noEditPoints="1" noAdjustHandles="1" noChangeArrowheads="1" noChangeShapeType="1"/>
          </p:cNvSpPr>
          <p:nvPr/>
        </p:nvSpPr>
        <p:spPr>
          <a:xfrm>
            <a:off x="-84488" y="0"/>
            <a:ext cx="3884311" cy="1117600"/>
          </a:xfrm>
          <a:prstGeom prst="rect">
            <a:avLst/>
          </a:prstGeom>
          <a:solidFill>
            <a:srgbClr val="589B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Mapping the Spoken Word</a:t>
            </a:r>
          </a:p>
        </p:txBody>
      </p:sp>
      <p:sp>
        <p:nvSpPr>
          <p:cNvPr id="19" name="TextBox 18">
            <a:extLst>
              <a:ext uri="{FF2B5EF4-FFF2-40B4-BE49-F238E27FC236}">
                <a16:creationId xmlns:a16="http://schemas.microsoft.com/office/drawing/2014/main" id="{B39F13D4-204C-048C-2807-64F930E2F1BD}"/>
              </a:ext>
            </a:extLst>
          </p:cNvPr>
          <p:cNvSpPr txBox="1"/>
          <p:nvPr/>
        </p:nvSpPr>
        <p:spPr>
          <a:xfrm>
            <a:off x="4146652" y="1234531"/>
            <a:ext cx="1117600" cy="184666"/>
          </a:xfrm>
          <a:prstGeom prst="rect">
            <a:avLst/>
          </a:prstGeom>
          <a:noFill/>
        </p:spPr>
        <p:txBody>
          <a:bodyPr wrap="square" rtlCol="0">
            <a:spAutoFit/>
          </a:bodyPr>
          <a:lstStyle/>
          <a:p>
            <a:r>
              <a:rPr lang="en-US" sz="600" b="1" dirty="0">
                <a:latin typeface="Gujarati Sangam MN" pitchFamily="2" charset="0"/>
                <a:ea typeface="Apple Symbols" panose="02000000000000000000" pitchFamily="2" charset="-79"/>
                <a:cs typeface="Gujarati Sangam MN" pitchFamily="2" charset="0"/>
              </a:rPr>
              <a:t>PREVIOUS</a:t>
            </a:r>
            <a:endParaRPr lang="en-US" sz="1000" b="1" dirty="0">
              <a:latin typeface="Gujarati Sangam MN" pitchFamily="2" charset="0"/>
              <a:ea typeface="Apple Symbols" panose="02000000000000000000" pitchFamily="2" charset="-79"/>
              <a:cs typeface="Gujarati Sangam MN" pitchFamily="2" charset="0"/>
            </a:endParaRPr>
          </a:p>
        </p:txBody>
      </p:sp>
      <p:pic>
        <p:nvPicPr>
          <p:cNvPr id="3" name="Picture 2" descr="A close up of a microphone&#10;&#10;AI-generated content may be incorrect.">
            <a:extLst>
              <a:ext uri="{FF2B5EF4-FFF2-40B4-BE49-F238E27FC236}">
                <a16:creationId xmlns:a16="http://schemas.microsoft.com/office/drawing/2014/main" id="{A670151B-9C40-7EF5-7E4E-3202A59F08D6}"/>
              </a:ext>
            </a:extLst>
          </p:cNvPr>
          <p:cNvPicPr>
            <a:picLocks noChangeAspect="1"/>
          </p:cNvPicPr>
          <p:nvPr/>
        </p:nvPicPr>
        <p:blipFill>
          <a:blip r:embed="rId4"/>
          <a:stretch>
            <a:fillRect/>
          </a:stretch>
        </p:blipFill>
        <p:spPr>
          <a:xfrm>
            <a:off x="1083794" y="2103943"/>
            <a:ext cx="1547747" cy="1547747"/>
          </a:xfrm>
          <a:prstGeom prst="rect">
            <a:avLst/>
          </a:prstGeom>
        </p:spPr>
      </p:pic>
      <p:sp>
        <p:nvSpPr>
          <p:cNvPr id="5" name="TextBox 4">
            <a:extLst>
              <a:ext uri="{FF2B5EF4-FFF2-40B4-BE49-F238E27FC236}">
                <a16:creationId xmlns:a16="http://schemas.microsoft.com/office/drawing/2014/main" id="{3981B6CD-3235-ACE4-CB78-B674A0FF86E5}"/>
              </a:ext>
            </a:extLst>
          </p:cNvPr>
          <p:cNvSpPr txBox="1"/>
          <p:nvPr/>
        </p:nvSpPr>
        <p:spPr>
          <a:xfrm>
            <a:off x="138557" y="4181872"/>
            <a:ext cx="3438221" cy="2862322"/>
          </a:xfrm>
          <a:prstGeom prst="rect">
            <a:avLst/>
          </a:prstGeom>
          <a:noFill/>
        </p:spPr>
        <p:txBody>
          <a:bodyPr wrap="square" rtlCol="0">
            <a:spAutoFit/>
          </a:bodyPr>
          <a:lstStyle/>
          <a:p>
            <a:pPr algn="ctr"/>
            <a:r>
              <a:rPr lang="en-IE" b="1" dirty="0">
                <a:solidFill>
                  <a:srgbClr val="EEEEEE"/>
                </a:solidFill>
              </a:rPr>
              <a:t>Say this!</a:t>
            </a:r>
          </a:p>
          <a:p>
            <a:pPr algn="ctr"/>
            <a:endParaRPr lang="en-IE" dirty="0">
              <a:solidFill>
                <a:srgbClr val="EEEEEE"/>
              </a:solidFill>
            </a:endParaRPr>
          </a:p>
          <a:p>
            <a:pPr algn="ctr"/>
            <a:r>
              <a:rPr lang="en-IE" dirty="0">
                <a:solidFill>
                  <a:srgbClr val="EEEEEE"/>
                </a:solidFill>
              </a:rPr>
              <a:t>The movie theatre was showing that new film about the royal family's history, and the queue stretched all the way around the corner. People had been waiting for hours just to get tickets for the evening showing.</a:t>
            </a:r>
          </a:p>
          <a:p>
            <a:endParaRPr lang="en-US" dirty="0">
              <a:solidFill>
                <a:srgbClr val="EEEEEE"/>
              </a:solidFill>
            </a:endParaRPr>
          </a:p>
        </p:txBody>
      </p:sp>
      <p:sp>
        <p:nvSpPr>
          <p:cNvPr id="6" name="Oval 5">
            <a:extLst>
              <a:ext uri="{FF2B5EF4-FFF2-40B4-BE49-F238E27FC236}">
                <a16:creationId xmlns:a16="http://schemas.microsoft.com/office/drawing/2014/main" id="{5ECFD442-E839-4783-C0A1-3E3B0CAECDA2}"/>
              </a:ext>
            </a:extLst>
          </p:cNvPr>
          <p:cNvSpPr>
            <a:spLocks noChangeAspect="1"/>
          </p:cNvSpPr>
          <p:nvPr/>
        </p:nvSpPr>
        <p:spPr>
          <a:xfrm>
            <a:off x="758448" y="1789360"/>
            <a:ext cx="2198439" cy="2198439"/>
          </a:xfrm>
          <a:prstGeom prst="ellipse">
            <a:avLst/>
          </a:prstGeom>
          <a:noFill/>
          <a:ln w="73025" cmpd="dbl">
            <a:solidFill>
              <a:srgbClr val="EEEE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2858924-616C-1652-4636-52511D5470D7}"/>
              </a:ext>
            </a:extLst>
          </p:cNvPr>
          <p:cNvSpPr>
            <a:spLocks noChangeAspect="1"/>
          </p:cNvSpPr>
          <p:nvPr/>
        </p:nvSpPr>
        <p:spPr>
          <a:xfrm>
            <a:off x="923679" y="1954590"/>
            <a:ext cx="1867978" cy="1867978"/>
          </a:xfrm>
          <a:prstGeom prst="ellipse">
            <a:avLst/>
          </a:prstGeom>
          <a:noFill/>
          <a:ln>
            <a:solidFill>
              <a:srgbClr val="EEEE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13B3648-5F2B-EAFE-8E3A-B59CA9546DB1}"/>
              </a:ext>
            </a:extLst>
          </p:cNvPr>
          <p:cNvSpPr txBox="1"/>
          <p:nvPr/>
        </p:nvSpPr>
        <p:spPr>
          <a:xfrm>
            <a:off x="579083" y="1244967"/>
            <a:ext cx="2707042" cy="369332"/>
          </a:xfrm>
          <a:prstGeom prst="rect">
            <a:avLst/>
          </a:prstGeom>
          <a:noFill/>
        </p:spPr>
        <p:txBody>
          <a:bodyPr wrap="square" rtlCol="0">
            <a:spAutoFit/>
          </a:bodyPr>
          <a:lstStyle/>
          <a:p>
            <a:pPr algn="ctr"/>
            <a:r>
              <a:rPr lang="en-US" b="1" dirty="0">
                <a:solidFill>
                  <a:srgbClr val="EEEEEE"/>
                </a:solidFill>
              </a:rPr>
              <a:t>Click The Mic To Record!</a:t>
            </a:r>
          </a:p>
        </p:txBody>
      </p:sp>
    </p:spTree>
    <p:extLst>
      <p:ext uri="{BB962C8B-B14F-4D97-AF65-F5344CB8AC3E}">
        <p14:creationId xmlns:p14="http://schemas.microsoft.com/office/powerpoint/2010/main" val="36997701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a:extLst>
            <a:ext uri="{FF2B5EF4-FFF2-40B4-BE49-F238E27FC236}">
              <a16:creationId xmlns:a16="http://schemas.microsoft.com/office/drawing/2014/main" id="{F1CA3570-E2EA-262E-16ED-79293C7EC0B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1E12E97-F484-7BDE-3C3D-5C63CBD4DA6C}"/>
              </a:ext>
            </a:extLst>
          </p:cNvPr>
          <p:cNvSpPr>
            <a:spLocks noGrp="1" noRot="1" noMove="1" noResize="1" noEditPoints="1" noAdjustHandles="1" noChangeArrowheads="1" noChangeShapeType="1"/>
          </p:cNvSpPr>
          <p:nvPr/>
        </p:nvSpPr>
        <p:spPr>
          <a:xfrm>
            <a:off x="-84488" y="0"/>
            <a:ext cx="3884311" cy="6858000"/>
          </a:xfrm>
          <a:prstGeom prst="rect">
            <a:avLst/>
          </a:prstGeom>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shot of a computer&#10;&#10;AI-generated content may be incorrect.">
            <a:extLst>
              <a:ext uri="{FF2B5EF4-FFF2-40B4-BE49-F238E27FC236}">
                <a16:creationId xmlns:a16="http://schemas.microsoft.com/office/drawing/2014/main" id="{6961BA43-F95B-949C-EB71-3FF6E0FC35DF}"/>
              </a:ext>
            </a:extLst>
          </p:cNvPr>
          <p:cNvPicPr>
            <a:picLocks noGrp="1" noRot="1" noChangeAspect="1" noMove="1" noResize="1" noEditPoints="1" noAdjustHandles="1" noChangeArrowheads="1" noChangeShapeType="1" noCrop="1"/>
          </p:cNvPicPr>
          <p:nvPr/>
        </p:nvPicPr>
        <p:blipFill>
          <a:blip r:embed="rId2"/>
          <a:stretch>
            <a:fillRect/>
          </a:stretch>
        </p:blipFill>
        <p:spPr>
          <a:xfrm>
            <a:off x="3880897" y="1326864"/>
            <a:ext cx="3884311" cy="4204271"/>
          </a:xfrm>
          <a:prstGeom prst="rect">
            <a:avLst/>
          </a:prstGeom>
        </p:spPr>
      </p:pic>
      <p:pic>
        <p:nvPicPr>
          <p:cNvPr id="10" name="Picture 9" descr="A map with blue pins&#10;&#10;AI-generated content may be incorrect.">
            <a:extLst>
              <a:ext uri="{FF2B5EF4-FFF2-40B4-BE49-F238E27FC236}">
                <a16:creationId xmlns:a16="http://schemas.microsoft.com/office/drawing/2014/main" id="{C07A1965-EABC-0932-479D-357CAF700FF1}"/>
              </a:ext>
            </a:extLst>
          </p:cNvPr>
          <p:cNvPicPr>
            <a:picLocks noGrp="1" noRot="1" noChangeAspect="1" noMove="1" noResize="1" noEditPoints="1" noAdjustHandles="1" noChangeArrowheads="1" noChangeShapeType="1" noCrop="1"/>
          </p:cNvPicPr>
          <p:nvPr/>
        </p:nvPicPr>
        <p:blipFill>
          <a:blip r:embed="rId3"/>
          <a:stretch>
            <a:fillRect/>
          </a:stretch>
        </p:blipFill>
        <p:spPr>
          <a:xfrm>
            <a:off x="7846282" y="614218"/>
            <a:ext cx="4106884" cy="5629564"/>
          </a:xfrm>
          <a:prstGeom prst="rect">
            <a:avLst/>
          </a:prstGeom>
        </p:spPr>
      </p:pic>
      <p:sp>
        <p:nvSpPr>
          <p:cNvPr id="16" name="Rectangle 15">
            <a:extLst>
              <a:ext uri="{FF2B5EF4-FFF2-40B4-BE49-F238E27FC236}">
                <a16:creationId xmlns:a16="http://schemas.microsoft.com/office/drawing/2014/main" id="{C18A77F5-7F51-516D-A2FA-A5D57D8BEFB0}"/>
              </a:ext>
            </a:extLst>
          </p:cNvPr>
          <p:cNvSpPr>
            <a:spLocks noGrp="1" noRot="1" noMove="1" noResize="1" noEditPoints="1" noAdjustHandles="1" noChangeArrowheads="1" noChangeShapeType="1"/>
          </p:cNvSpPr>
          <p:nvPr/>
        </p:nvSpPr>
        <p:spPr>
          <a:xfrm>
            <a:off x="-84488" y="0"/>
            <a:ext cx="3884311" cy="1117600"/>
          </a:xfrm>
          <a:prstGeom prst="rect">
            <a:avLst/>
          </a:prstGeom>
          <a:solidFill>
            <a:srgbClr val="589B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Mapping the Spoken Word</a:t>
            </a:r>
          </a:p>
        </p:txBody>
      </p:sp>
      <p:sp>
        <p:nvSpPr>
          <p:cNvPr id="19" name="TextBox 18">
            <a:extLst>
              <a:ext uri="{FF2B5EF4-FFF2-40B4-BE49-F238E27FC236}">
                <a16:creationId xmlns:a16="http://schemas.microsoft.com/office/drawing/2014/main" id="{6FA1B69D-DF97-DCF6-5A2C-4EE2B22C2078}"/>
              </a:ext>
            </a:extLst>
          </p:cNvPr>
          <p:cNvSpPr txBox="1"/>
          <p:nvPr/>
        </p:nvSpPr>
        <p:spPr>
          <a:xfrm>
            <a:off x="4146652" y="1234531"/>
            <a:ext cx="1117600" cy="184666"/>
          </a:xfrm>
          <a:prstGeom prst="rect">
            <a:avLst/>
          </a:prstGeom>
          <a:noFill/>
        </p:spPr>
        <p:txBody>
          <a:bodyPr wrap="square" rtlCol="0">
            <a:spAutoFit/>
          </a:bodyPr>
          <a:lstStyle/>
          <a:p>
            <a:r>
              <a:rPr lang="en-US" sz="600" b="1" dirty="0">
                <a:latin typeface="Gujarati Sangam MN" pitchFamily="2" charset="0"/>
                <a:ea typeface="Apple Symbols" panose="02000000000000000000" pitchFamily="2" charset="-79"/>
                <a:cs typeface="Gujarati Sangam MN" pitchFamily="2" charset="0"/>
              </a:rPr>
              <a:t>PREVIOUS</a:t>
            </a:r>
            <a:endParaRPr lang="en-US" sz="1000" b="1" dirty="0">
              <a:latin typeface="Gujarati Sangam MN" pitchFamily="2" charset="0"/>
              <a:ea typeface="Apple Symbols" panose="02000000000000000000" pitchFamily="2" charset="-79"/>
              <a:cs typeface="Gujarati Sangam MN" pitchFamily="2" charset="0"/>
            </a:endParaRPr>
          </a:p>
        </p:txBody>
      </p:sp>
      <p:sp>
        <p:nvSpPr>
          <p:cNvPr id="5" name="TextBox 4">
            <a:extLst>
              <a:ext uri="{FF2B5EF4-FFF2-40B4-BE49-F238E27FC236}">
                <a16:creationId xmlns:a16="http://schemas.microsoft.com/office/drawing/2014/main" id="{6A2451B6-5BE7-2236-99F2-31019E099ACE}"/>
              </a:ext>
            </a:extLst>
          </p:cNvPr>
          <p:cNvSpPr txBox="1"/>
          <p:nvPr/>
        </p:nvSpPr>
        <p:spPr>
          <a:xfrm>
            <a:off x="138557" y="4181872"/>
            <a:ext cx="3438221" cy="2308324"/>
          </a:xfrm>
          <a:prstGeom prst="rect">
            <a:avLst/>
          </a:prstGeom>
          <a:noFill/>
        </p:spPr>
        <p:txBody>
          <a:bodyPr wrap="square" rtlCol="0">
            <a:spAutoFit/>
          </a:bodyPr>
          <a:lstStyle/>
          <a:p>
            <a:pPr algn="ctr"/>
            <a:r>
              <a:rPr lang="en-IE" dirty="0"/>
              <a:t>The movie theatre was showing that new film about the royal family's history</a:t>
            </a:r>
            <a:r>
              <a:rPr lang="en-IE" dirty="0">
                <a:solidFill>
                  <a:srgbClr val="EEEEEE"/>
                </a:solidFill>
              </a:rPr>
              <a:t>, and the queue stretched all the way around the corner. People had been waiting for hours just to get tickets for the evening showing.</a:t>
            </a:r>
          </a:p>
          <a:p>
            <a:endParaRPr lang="en-US" dirty="0">
              <a:solidFill>
                <a:srgbClr val="EEEEEE"/>
              </a:solidFill>
            </a:endParaRPr>
          </a:p>
        </p:txBody>
      </p:sp>
      <p:pic>
        <p:nvPicPr>
          <p:cNvPr id="11" name="Picture 10" descr="A black and white screen with white dots&#10;&#10;AI-generated content may be incorrect.">
            <a:extLst>
              <a:ext uri="{FF2B5EF4-FFF2-40B4-BE49-F238E27FC236}">
                <a16:creationId xmlns:a16="http://schemas.microsoft.com/office/drawing/2014/main" id="{57532C52-504A-3988-1D91-74CF742D0AFC}"/>
              </a:ext>
            </a:extLst>
          </p:cNvPr>
          <p:cNvPicPr>
            <a:picLocks noChangeAspect="1"/>
          </p:cNvPicPr>
          <p:nvPr/>
        </p:nvPicPr>
        <p:blipFill>
          <a:blip r:embed="rId4"/>
          <a:stretch>
            <a:fillRect/>
          </a:stretch>
        </p:blipFill>
        <p:spPr>
          <a:xfrm>
            <a:off x="1019875" y="1368347"/>
            <a:ext cx="1675585" cy="1675585"/>
          </a:xfrm>
          <a:prstGeom prst="rect">
            <a:avLst/>
          </a:prstGeom>
        </p:spPr>
      </p:pic>
      <p:sp>
        <p:nvSpPr>
          <p:cNvPr id="12" name="TextBox 11">
            <a:extLst>
              <a:ext uri="{FF2B5EF4-FFF2-40B4-BE49-F238E27FC236}">
                <a16:creationId xmlns:a16="http://schemas.microsoft.com/office/drawing/2014/main" id="{BD7FFC83-6DD2-C4FA-CB0D-6DF4DFAA1E01}"/>
              </a:ext>
            </a:extLst>
          </p:cNvPr>
          <p:cNvSpPr txBox="1"/>
          <p:nvPr/>
        </p:nvSpPr>
        <p:spPr>
          <a:xfrm flipH="1">
            <a:off x="1109516" y="3796805"/>
            <a:ext cx="1496304" cy="369332"/>
          </a:xfrm>
          <a:prstGeom prst="rect">
            <a:avLst/>
          </a:prstGeom>
          <a:noFill/>
        </p:spPr>
        <p:txBody>
          <a:bodyPr wrap="square" rtlCol="0">
            <a:spAutoFit/>
          </a:bodyPr>
          <a:lstStyle/>
          <a:p>
            <a:pPr algn="ctr"/>
            <a:r>
              <a:rPr lang="en-IE" b="1" dirty="0">
                <a:solidFill>
                  <a:srgbClr val="EEEEEE"/>
                </a:solidFill>
              </a:rPr>
              <a:t>Keep going!</a:t>
            </a:r>
            <a:endParaRPr lang="en-US" dirty="0"/>
          </a:p>
        </p:txBody>
      </p:sp>
      <p:sp>
        <p:nvSpPr>
          <p:cNvPr id="15" name="TextBox 14">
            <a:extLst>
              <a:ext uri="{FF2B5EF4-FFF2-40B4-BE49-F238E27FC236}">
                <a16:creationId xmlns:a16="http://schemas.microsoft.com/office/drawing/2014/main" id="{36893465-652B-EBA2-3E54-C17522EBE9B6}"/>
              </a:ext>
            </a:extLst>
          </p:cNvPr>
          <p:cNvSpPr txBox="1">
            <a:spLocks/>
          </p:cNvSpPr>
          <p:nvPr/>
        </p:nvSpPr>
        <p:spPr>
          <a:xfrm>
            <a:off x="1448092" y="2020699"/>
            <a:ext cx="819149" cy="369332"/>
          </a:xfrm>
          <a:prstGeom prst="rect">
            <a:avLst/>
          </a:prstGeom>
          <a:noFill/>
        </p:spPr>
        <p:txBody>
          <a:bodyPr wrap="square" rtlCol="0">
            <a:spAutoFit/>
          </a:bodyPr>
          <a:lstStyle/>
          <a:p>
            <a:pPr algn="ctr"/>
            <a:r>
              <a:rPr lang="en-US" b="1" dirty="0">
                <a:solidFill>
                  <a:srgbClr val="EEEEEE"/>
                </a:solidFill>
              </a:rPr>
              <a:t>0:11</a:t>
            </a:r>
          </a:p>
        </p:txBody>
      </p:sp>
      <p:pic>
        <p:nvPicPr>
          <p:cNvPr id="18" name="Picture 17" descr="A screenshot of a phone&#10;&#10;AI-generated content may be incorrect.">
            <a:extLst>
              <a:ext uri="{FF2B5EF4-FFF2-40B4-BE49-F238E27FC236}">
                <a16:creationId xmlns:a16="http://schemas.microsoft.com/office/drawing/2014/main" id="{E58F4A1A-2631-A336-2C22-A9D19F4AA4C9}"/>
              </a:ext>
            </a:extLst>
          </p:cNvPr>
          <p:cNvPicPr>
            <a:picLocks noChangeAspect="1"/>
          </p:cNvPicPr>
          <p:nvPr/>
        </p:nvPicPr>
        <p:blipFill>
          <a:blip r:embed="rId5"/>
          <a:srcRect l="3285" t="59117" r="2749" b="5785"/>
          <a:stretch>
            <a:fillRect/>
          </a:stretch>
        </p:blipFill>
        <p:spPr>
          <a:xfrm>
            <a:off x="171161" y="3072264"/>
            <a:ext cx="3438221" cy="356735"/>
          </a:xfrm>
          <a:prstGeom prst="rect">
            <a:avLst/>
          </a:prstGeom>
        </p:spPr>
      </p:pic>
    </p:spTree>
    <p:extLst>
      <p:ext uri="{BB962C8B-B14F-4D97-AF65-F5344CB8AC3E}">
        <p14:creationId xmlns:p14="http://schemas.microsoft.com/office/powerpoint/2010/main" val="247739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0608CF-CB78-8DEB-17B8-19C746666641}"/>
              </a:ext>
            </a:extLst>
          </p:cNvPr>
          <p:cNvSpPr/>
          <p:nvPr/>
        </p:nvSpPr>
        <p:spPr>
          <a:xfrm>
            <a:off x="-84488" y="0"/>
            <a:ext cx="3884311"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screenshot of a computer&#10;&#10;AI-generated content may be incorrect.">
            <a:extLst>
              <a:ext uri="{FF2B5EF4-FFF2-40B4-BE49-F238E27FC236}">
                <a16:creationId xmlns:a16="http://schemas.microsoft.com/office/drawing/2014/main" id="{D5DBD64B-7009-2DD5-A786-A391FBDCD00E}"/>
              </a:ext>
            </a:extLst>
          </p:cNvPr>
          <p:cNvPicPr>
            <a:picLocks noChangeAspect="1"/>
          </p:cNvPicPr>
          <p:nvPr/>
        </p:nvPicPr>
        <p:blipFill>
          <a:blip r:embed="rId2"/>
          <a:stretch>
            <a:fillRect/>
          </a:stretch>
        </p:blipFill>
        <p:spPr>
          <a:xfrm>
            <a:off x="3880897" y="1326864"/>
            <a:ext cx="3884311" cy="4204271"/>
          </a:xfrm>
          <a:prstGeom prst="rect">
            <a:avLst/>
          </a:prstGeom>
        </p:spPr>
      </p:pic>
      <p:pic>
        <p:nvPicPr>
          <p:cNvPr id="10" name="Picture 9" descr="A map with blue pins&#10;&#10;AI-generated content may be incorrect.">
            <a:extLst>
              <a:ext uri="{FF2B5EF4-FFF2-40B4-BE49-F238E27FC236}">
                <a16:creationId xmlns:a16="http://schemas.microsoft.com/office/drawing/2014/main" id="{0A79415A-E81A-B5AF-6969-3D16BE31DA4C}"/>
              </a:ext>
            </a:extLst>
          </p:cNvPr>
          <p:cNvPicPr>
            <a:picLocks noChangeAspect="1"/>
          </p:cNvPicPr>
          <p:nvPr/>
        </p:nvPicPr>
        <p:blipFill>
          <a:blip r:embed="rId3"/>
          <a:stretch>
            <a:fillRect/>
          </a:stretch>
        </p:blipFill>
        <p:spPr>
          <a:xfrm>
            <a:off x="7846282" y="614218"/>
            <a:ext cx="4106884" cy="5629564"/>
          </a:xfrm>
          <a:prstGeom prst="rect">
            <a:avLst/>
          </a:prstGeom>
        </p:spPr>
      </p:pic>
      <p:pic>
        <p:nvPicPr>
          <p:cNvPr id="13" name="Picture 12" descr="A close up of a sign&#10;&#10;AI-generated content may be incorrect.">
            <a:extLst>
              <a:ext uri="{FF2B5EF4-FFF2-40B4-BE49-F238E27FC236}">
                <a16:creationId xmlns:a16="http://schemas.microsoft.com/office/drawing/2014/main" id="{8D21CF60-5B03-9F8F-216E-605CAAD549CC}"/>
              </a:ext>
            </a:extLst>
          </p:cNvPr>
          <p:cNvPicPr>
            <a:picLocks noChangeAspect="1"/>
          </p:cNvPicPr>
          <p:nvPr/>
        </p:nvPicPr>
        <p:blipFill>
          <a:blip r:embed="rId4"/>
          <a:stretch>
            <a:fillRect/>
          </a:stretch>
        </p:blipFill>
        <p:spPr>
          <a:xfrm>
            <a:off x="313986" y="2590642"/>
            <a:ext cx="2946452" cy="603663"/>
          </a:xfrm>
          <a:prstGeom prst="rect">
            <a:avLst/>
          </a:prstGeom>
        </p:spPr>
      </p:pic>
      <p:pic>
        <p:nvPicPr>
          <p:cNvPr id="15" name="Picture 14" descr="A blue background with white text&#10;&#10;AI-generated content may be incorrect.">
            <a:extLst>
              <a:ext uri="{FF2B5EF4-FFF2-40B4-BE49-F238E27FC236}">
                <a16:creationId xmlns:a16="http://schemas.microsoft.com/office/drawing/2014/main" id="{8659AC4F-4AB6-C337-183B-A7ABFD68815D}"/>
              </a:ext>
            </a:extLst>
          </p:cNvPr>
          <p:cNvPicPr>
            <a:picLocks noChangeAspect="1"/>
          </p:cNvPicPr>
          <p:nvPr/>
        </p:nvPicPr>
        <p:blipFill>
          <a:blip r:embed="rId5"/>
          <a:stretch>
            <a:fillRect/>
          </a:stretch>
        </p:blipFill>
        <p:spPr>
          <a:xfrm>
            <a:off x="313986" y="4667347"/>
            <a:ext cx="2946452" cy="547507"/>
          </a:xfrm>
          <a:prstGeom prst="rect">
            <a:avLst/>
          </a:prstGeom>
        </p:spPr>
      </p:pic>
      <p:sp>
        <p:nvSpPr>
          <p:cNvPr id="16" name="Rectangle 15">
            <a:extLst>
              <a:ext uri="{FF2B5EF4-FFF2-40B4-BE49-F238E27FC236}">
                <a16:creationId xmlns:a16="http://schemas.microsoft.com/office/drawing/2014/main" id="{23549548-C760-5EF7-F008-1C22523C1E79}"/>
              </a:ext>
            </a:extLst>
          </p:cNvPr>
          <p:cNvSpPr/>
          <p:nvPr/>
        </p:nvSpPr>
        <p:spPr>
          <a:xfrm>
            <a:off x="-84488" y="0"/>
            <a:ext cx="3884311" cy="1117600"/>
          </a:xfrm>
          <a:prstGeom prst="rect">
            <a:avLst/>
          </a:prstGeom>
          <a:solidFill>
            <a:srgbClr val="589BB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Mapping the Spoken Word</a:t>
            </a:r>
          </a:p>
        </p:txBody>
      </p:sp>
      <p:sp>
        <p:nvSpPr>
          <p:cNvPr id="19" name="TextBox 18">
            <a:extLst>
              <a:ext uri="{FF2B5EF4-FFF2-40B4-BE49-F238E27FC236}">
                <a16:creationId xmlns:a16="http://schemas.microsoft.com/office/drawing/2014/main" id="{1ACD8C0F-2E57-567C-BDD4-77B62EE857D7}"/>
              </a:ext>
            </a:extLst>
          </p:cNvPr>
          <p:cNvSpPr txBox="1"/>
          <p:nvPr/>
        </p:nvSpPr>
        <p:spPr>
          <a:xfrm>
            <a:off x="4146652" y="1234531"/>
            <a:ext cx="1117600" cy="184666"/>
          </a:xfrm>
          <a:prstGeom prst="rect">
            <a:avLst/>
          </a:prstGeom>
          <a:noFill/>
        </p:spPr>
        <p:txBody>
          <a:bodyPr wrap="square" rtlCol="0">
            <a:spAutoFit/>
          </a:bodyPr>
          <a:lstStyle/>
          <a:p>
            <a:r>
              <a:rPr lang="en-US" sz="600" b="1" dirty="0">
                <a:latin typeface="Gujarati Sangam MN" pitchFamily="2" charset="0"/>
                <a:ea typeface="Apple Symbols" panose="02000000000000000000" pitchFamily="2" charset="-79"/>
                <a:cs typeface="Gujarati Sangam MN" pitchFamily="2" charset="0"/>
              </a:rPr>
              <a:t>PREVIOUS</a:t>
            </a:r>
            <a:endParaRPr lang="en-US" sz="1000" b="1" dirty="0">
              <a:latin typeface="Gujarati Sangam MN" pitchFamily="2" charset="0"/>
              <a:ea typeface="Apple Symbols" panose="02000000000000000000" pitchFamily="2" charset="-79"/>
              <a:cs typeface="Gujarati Sangam MN" pitchFamily="2" charset="0"/>
            </a:endParaRPr>
          </a:p>
        </p:txBody>
      </p:sp>
      <p:pic>
        <p:nvPicPr>
          <p:cNvPr id="21" name="Picture 20" descr="A colorful progress bar with white text&#10;&#10;AI-generated content may be incorrect.">
            <a:extLst>
              <a:ext uri="{FF2B5EF4-FFF2-40B4-BE49-F238E27FC236}">
                <a16:creationId xmlns:a16="http://schemas.microsoft.com/office/drawing/2014/main" id="{0E6F1C53-9E8C-1770-9CA5-20B6C9C53BD2}"/>
              </a:ext>
            </a:extLst>
          </p:cNvPr>
          <p:cNvPicPr>
            <a:picLocks noChangeAspect="1"/>
          </p:cNvPicPr>
          <p:nvPr/>
        </p:nvPicPr>
        <p:blipFill>
          <a:blip r:embed="rId6"/>
          <a:stretch>
            <a:fillRect/>
          </a:stretch>
        </p:blipFill>
        <p:spPr>
          <a:xfrm>
            <a:off x="313986" y="3405263"/>
            <a:ext cx="2946452" cy="1075348"/>
          </a:xfrm>
          <a:prstGeom prst="rect">
            <a:avLst/>
          </a:prstGeom>
        </p:spPr>
      </p:pic>
      <p:sp>
        <p:nvSpPr>
          <p:cNvPr id="22" name="Rectangle 21">
            <a:extLst>
              <a:ext uri="{FF2B5EF4-FFF2-40B4-BE49-F238E27FC236}">
                <a16:creationId xmlns:a16="http://schemas.microsoft.com/office/drawing/2014/main" id="{F27572AE-C143-0F70-4C18-2A4A660C260C}"/>
              </a:ext>
            </a:extLst>
          </p:cNvPr>
          <p:cNvSpPr/>
          <p:nvPr/>
        </p:nvSpPr>
        <p:spPr>
          <a:xfrm>
            <a:off x="313986" y="3428999"/>
            <a:ext cx="1274183" cy="315228"/>
          </a:xfrm>
          <a:prstGeom prst="rect">
            <a:avLst/>
          </a:prstGeom>
          <a:solidFill>
            <a:srgbClr val="24293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Confidence Rating</a:t>
            </a:r>
          </a:p>
        </p:txBody>
      </p:sp>
      <p:pic>
        <p:nvPicPr>
          <p:cNvPr id="24" name="Graphic 23" descr="Flag with solid fill">
            <a:extLst>
              <a:ext uri="{FF2B5EF4-FFF2-40B4-BE49-F238E27FC236}">
                <a16:creationId xmlns:a16="http://schemas.microsoft.com/office/drawing/2014/main" id="{194E0B41-7247-5CE6-5DDB-F98D70E467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5741" y="2974206"/>
            <a:ext cx="440198" cy="440198"/>
          </a:xfrm>
          <a:prstGeom prst="rect">
            <a:avLst/>
          </a:prstGeom>
        </p:spPr>
      </p:pic>
      <p:sp>
        <p:nvSpPr>
          <p:cNvPr id="25" name="TextBox 24">
            <a:extLst>
              <a:ext uri="{FF2B5EF4-FFF2-40B4-BE49-F238E27FC236}">
                <a16:creationId xmlns:a16="http://schemas.microsoft.com/office/drawing/2014/main" id="{69DD0733-AC91-103C-74FB-042CE3061BA5}"/>
              </a:ext>
            </a:extLst>
          </p:cNvPr>
          <p:cNvSpPr txBox="1"/>
          <p:nvPr/>
        </p:nvSpPr>
        <p:spPr>
          <a:xfrm>
            <a:off x="9911858" y="3579378"/>
            <a:ext cx="1538242" cy="276999"/>
          </a:xfrm>
          <a:prstGeom prst="rect">
            <a:avLst/>
          </a:prstGeom>
          <a:noFill/>
        </p:spPr>
        <p:txBody>
          <a:bodyPr wrap="none" rtlCol="0">
            <a:spAutoFit/>
          </a:bodyPr>
          <a:lstStyle/>
          <a:p>
            <a:r>
              <a:rPr lang="en-US" sz="1200" dirty="0"/>
              <a:t>53.44442, -7.098127</a:t>
            </a:r>
          </a:p>
        </p:txBody>
      </p:sp>
      <p:sp>
        <p:nvSpPr>
          <p:cNvPr id="26" name="Right Triangle 25">
            <a:extLst>
              <a:ext uri="{FF2B5EF4-FFF2-40B4-BE49-F238E27FC236}">
                <a16:creationId xmlns:a16="http://schemas.microsoft.com/office/drawing/2014/main" id="{9B9A5B28-68FE-A315-A6C8-3AAF0C6A84CD}"/>
              </a:ext>
            </a:extLst>
          </p:cNvPr>
          <p:cNvSpPr>
            <a:spLocks noChangeAspect="1"/>
          </p:cNvSpPr>
          <p:nvPr/>
        </p:nvSpPr>
        <p:spPr>
          <a:xfrm rot="8160000">
            <a:off x="10568179" y="3474448"/>
            <a:ext cx="116928" cy="113299"/>
          </a:xfrm>
          <a:prstGeom prst="rtTriangle">
            <a:avLst/>
          </a:prstGeom>
          <a:solidFill>
            <a:srgbClr val="549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Graphic 26" descr="Flag with solid fill">
            <a:extLst>
              <a:ext uri="{FF2B5EF4-FFF2-40B4-BE49-F238E27FC236}">
                <a16:creationId xmlns:a16="http://schemas.microsoft.com/office/drawing/2014/main" id="{6731F56C-CE13-E365-5577-DBEADA554EB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54347" y="5623468"/>
            <a:ext cx="440198" cy="440198"/>
          </a:xfrm>
          <a:prstGeom prst="rect">
            <a:avLst/>
          </a:prstGeom>
        </p:spPr>
      </p:pic>
      <p:sp>
        <p:nvSpPr>
          <p:cNvPr id="28" name="TextBox 27">
            <a:extLst>
              <a:ext uri="{FF2B5EF4-FFF2-40B4-BE49-F238E27FC236}">
                <a16:creationId xmlns:a16="http://schemas.microsoft.com/office/drawing/2014/main" id="{C6AC1516-3FED-73C4-66D3-DE6367D96D5E}"/>
              </a:ext>
            </a:extLst>
          </p:cNvPr>
          <p:cNvSpPr txBox="1"/>
          <p:nvPr/>
        </p:nvSpPr>
        <p:spPr>
          <a:xfrm>
            <a:off x="4329047" y="5674290"/>
            <a:ext cx="2052806" cy="338554"/>
          </a:xfrm>
          <a:prstGeom prst="rect">
            <a:avLst/>
          </a:prstGeom>
          <a:noFill/>
        </p:spPr>
        <p:txBody>
          <a:bodyPr wrap="none" rtlCol="0">
            <a:spAutoFit/>
          </a:bodyPr>
          <a:lstStyle/>
          <a:p>
            <a:r>
              <a:rPr lang="en-US" sz="1600" dirty="0">
                <a:solidFill>
                  <a:srgbClr val="3A658F"/>
                </a:solidFill>
              </a:rPr>
              <a:t>Your result: Kinnegad</a:t>
            </a:r>
          </a:p>
        </p:txBody>
      </p:sp>
    </p:spTree>
    <p:extLst>
      <p:ext uri="{BB962C8B-B14F-4D97-AF65-F5344CB8AC3E}">
        <p14:creationId xmlns:p14="http://schemas.microsoft.com/office/powerpoint/2010/main" val="592749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TotalTime>
  <Words>118</Words>
  <Application>Microsoft Macintosh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Gujarati Sangam MN</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C22393223 Cianan Finn</dc:creator>
  <cp:lastModifiedBy>C22393223 Cianan Finn</cp:lastModifiedBy>
  <cp:revision>6</cp:revision>
  <cp:lastPrinted>2025-11-19T15:02:27Z</cp:lastPrinted>
  <dcterms:created xsi:type="dcterms:W3CDTF">2025-11-18T19:34:22Z</dcterms:created>
  <dcterms:modified xsi:type="dcterms:W3CDTF">2025-11-19T16:23:56Z</dcterms:modified>
</cp:coreProperties>
</file>